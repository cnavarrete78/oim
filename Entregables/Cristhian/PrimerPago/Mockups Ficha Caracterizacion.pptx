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924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796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15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58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457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616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81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187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62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098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3ECA-5D77-4812-8760-4E0B07584A52}" type="datetimeFigureOut">
              <a:rPr lang="es-CO" smtClean="0"/>
              <a:t>15/09/2020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EC3B-7A98-46A8-9364-C257D8EF57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42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16835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15" y="530086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8" y="543339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7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9" y="569843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7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19" y="569843"/>
            <a:ext cx="10058398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4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83" y="0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4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43339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5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1" y="569845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3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62" y="609600"/>
            <a:ext cx="100584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0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AnalyticsData.Cristhian Navarrete</dc:creator>
  <cp:lastModifiedBy>AnalyticsData.Cristhian Navarrete</cp:lastModifiedBy>
  <cp:revision>4</cp:revision>
  <dcterms:created xsi:type="dcterms:W3CDTF">2020-09-06T14:42:52Z</dcterms:created>
  <dcterms:modified xsi:type="dcterms:W3CDTF">2020-09-15T21:05:36Z</dcterms:modified>
</cp:coreProperties>
</file>
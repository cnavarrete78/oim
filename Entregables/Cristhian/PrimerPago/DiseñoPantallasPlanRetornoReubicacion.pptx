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59" r:id="rId5"/>
    <p:sldId id="260" r:id="rId6"/>
    <p:sldId id="256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924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796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5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58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457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616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81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187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62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098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42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31" y="426721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47" y="582347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7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83" y="0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45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72" y="540632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7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78" y="486884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4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67" y="565484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AnalyticsData.Cristhian Navarrete</dc:creator>
  <cp:lastModifiedBy>AnalyticsData.Cristhian Navarrete</cp:lastModifiedBy>
  <cp:revision>5</cp:revision>
  <dcterms:created xsi:type="dcterms:W3CDTF">2020-09-06T14:42:52Z</dcterms:created>
  <dcterms:modified xsi:type="dcterms:W3CDTF">2020-09-16T00:28:04Z</dcterms:modified>
</cp:coreProperties>
</file>
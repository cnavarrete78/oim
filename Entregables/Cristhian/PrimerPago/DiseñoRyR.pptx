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6/09/2020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9244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6/09/2020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7966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6/09/2020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32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6/09/2020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154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6/09/2020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588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6/09/2020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4575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6/09/2020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6164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6/09/2020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8131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6/09/2020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1878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6/09/2020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0629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6/09/2020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70983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5A3ECA-5D77-4812-8760-4E0B07584A52}" type="datetimeFigureOut">
              <a:rPr lang="es-CO" smtClean="0"/>
              <a:t>6/09/2020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842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561" y="516835"/>
            <a:ext cx="10058400" cy="597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44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815" y="530086"/>
            <a:ext cx="10058400" cy="597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41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18" y="543339"/>
            <a:ext cx="10058400" cy="597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570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19" y="569843"/>
            <a:ext cx="10058400" cy="597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579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19" y="569843"/>
            <a:ext cx="10058398" cy="597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241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83" y="0"/>
            <a:ext cx="10058400" cy="597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145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561" y="543339"/>
            <a:ext cx="10058400" cy="597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152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561" y="569845"/>
            <a:ext cx="10058400" cy="597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732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562" y="609600"/>
            <a:ext cx="10058400" cy="597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603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</TotalTime>
  <Words>0</Words>
  <Application>Microsoft Office PowerPoint</Application>
  <PresentationFormat>Panorámica</PresentationFormat>
  <Paragraphs>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AnalyticsData.Cristhian Navarrete</dc:creator>
  <cp:lastModifiedBy>AnalyticsData.Cristhian Navarrete</cp:lastModifiedBy>
  <cp:revision>4</cp:revision>
  <dcterms:created xsi:type="dcterms:W3CDTF">2020-09-06T14:42:52Z</dcterms:created>
  <dcterms:modified xsi:type="dcterms:W3CDTF">2020-09-07T12:10:02Z</dcterms:modified>
</cp:coreProperties>
</file>